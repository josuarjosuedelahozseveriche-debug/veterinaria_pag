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0125" y="785813"/>
            <a:ext cx="7143750" cy="3571875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571625" y="804397"/>
            <a:ext cx="6000750" cy="226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TRIDENTE DEL DESARROLLO WEB: HTML, CSS Y JAVASCRIPT</a:t>
            </a:r>
            <a:endParaRPr lang="en-US" sz="3731" dirty="0"/>
          </a:p>
        </p:txBody>
      </p:sp>
      <p:sp>
        <p:nvSpPr>
          <p:cNvPr id="5" name="Text 2"/>
          <p:cNvSpPr/>
          <p:nvPr/>
        </p:nvSpPr>
        <p:spPr>
          <a:xfrm>
            <a:off x="1571625" y="3238965"/>
            <a:ext cx="5250656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D6EF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Construyendo la web moderna desde sus cimientos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1571625" y="3849756"/>
            <a:ext cx="6000750" cy="489347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TRES TECNOLOGÍAS FUNDAMENTALES QUE DEFINEN LA EXPERIENCIA DIGITAL ACTUAL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3639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5929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14413"/>
            <a:ext cx="8286750" cy="7144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TRES CAPAS DE RESPONSABILIDAD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14450"/>
            <a:ext cx="8286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314450"/>
            <a:ext cx="28575" cy="51435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314450"/>
            <a:ext cx="8286750" cy="51435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crear una página web profesional, es necesario entender cómo interactúan las tres tecnologías principales del frontend.</a:t>
            </a:r>
            <a:endParaRPr lang="en-US" sz="1269" dirty="0"/>
          </a:p>
        </p:txBody>
      </p:sp>
      <p:sp>
        <p:nvSpPr>
          <p:cNvPr id="9" name="Shape 6"/>
          <p:cNvSpPr/>
          <p:nvPr/>
        </p:nvSpPr>
        <p:spPr>
          <a:xfrm>
            <a:off x="428625" y="2128838"/>
            <a:ext cx="2647931" cy="2500313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0075" y="2357438"/>
            <a:ext cx="2305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600075" y="2593181"/>
            <a:ext cx="230503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600075" y="2950369"/>
            <a:ext cx="230503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el esqueleto y el contenido semántico de la página, asegurando que la información sea accesible y bien organizada.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3248006" y="2128838"/>
            <a:ext cx="2647959" cy="2500313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9456" y="2357438"/>
            <a:ext cx="23050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3419456" y="2593181"/>
            <a:ext cx="230505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3419456" y="2950369"/>
            <a:ext cx="230505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Controla el diseño visual, los colores, las fuentes y la disposición de los elementos en diferentes dispositivos.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6067416" y="2128838"/>
            <a:ext cx="2647931" cy="2500313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38866" y="2357438"/>
            <a:ext cx="2305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COMPORTAMIENTO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6238866" y="2593181"/>
            <a:ext cx="230503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</a:t>
            </a:r>
            <a:endParaRPr lang="en-US" sz="1397" dirty="0"/>
          </a:p>
        </p:txBody>
      </p:sp>
      <p:sp>
        <p:nvSpPr>
          <p:cNvPr id="20" name="Text 17"/>
          <p:cNvSpPr/>
          <p:nvPr/>
        </p:nvSpPr>
        <p:spPr>
          <a:xfrm>
            <a:off x="6238866" y="2950369"/>
            <a:ext cx="23050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Añade interactividad, lógica de negocio y dinamismo a la interfaz, permitiendo una experiencia de usuario fluida.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428625" y="4857750"/>
            <a:ext cx="828675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8625" y="4857750"/>
            <a:ext cx="8286750" cy="571500"/>
          </a:xfrm>
          <a:prstGeom prst="rect">
            <a:avLst/>
          </a:prstGeom>
          <a:noFill/>
          <a:ln/>
        </p:spPr>
        <p:txBody>
          <a:bodyPr wrap="square" lIns="204089" tIns="170053" rIns="204089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integración correcta de estas capas garantiza accesibilidad, rendimiento y una excelente experiencia de usuario.</a:t>
            </a:r>
            <a:endParaRPr lang="en-US" sz="8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1794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139428"/>
            <a:ext cx="8286750" cy="7144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HTML5: ESTRUCTURA SEMÁNTICA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443038"/>
            <a:ext cx="4738678" cy="785813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0075" y="1614488"/>
            <a:ext cx="439577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ELEMENTOS SEMÁNTICOS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0075" y="1844873"/>
            <a:ext cx="439577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Uso de etiquetas como &lt;header&gt;, &lt;main&gt; y &lt;footer&gt; para mejorar el SEO y la accesibilidad.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28625" y="2371725"/>
            <a:ext cx="4738678" cy="785813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0075" y="2543175"/>
            <a:ext cx="439577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MULTIMEDIA NATIVA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0075" y="2773561"/>
            <a:ext cx="439577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Soporte directo para audio y video sin necesidad de plugins externos complejos.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28625" y="3300413"/>
            <a:ext cx="4738678" cy="785813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0075" y="3471863"/>
            <a:ext cx="439577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FORMULARIOS AVANZADOS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0075" y="3702248"/>
            <a:ext cx="439577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Nuevos tipos de entrada y validaciones nativas que mejoran la experiencia del usuario.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28625" y="4229100"/>
            <a:ext cx="4738678" cy="785813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0075" y="4400550"/>
            <a:ext cx="439577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 DEL NAVEGADOR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0075" y="4630936"/>
            <a:ext cx="439577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Geolocalización, almacenamiento local y Drag &amp; Drop integrados de forma nativa.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5395903" y="1443038"/>
            <a:ext cx="3319472" cy="3700463"/>
          </a:xfrm>
          <a:prstGeom prst="rect">
            <a:avLst/>
          </a:prstGeom>
          <a:solidFill>
            <a:srgbClr val="212529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5903" y="1443038"/>
            <a:ext cx="3319472" cy="3700463"/>
          </a:xfrm>
          <a:prstGeom prst="rect">
            <a:avLst/>
          </a:prstGeom>
          <a:noFill/>
          <a:ln/>
        </p:spPr>
        <p:txBody>
          <a:bodyPr wrap="square" lIns="272161" tIns="340233" rIns="272161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&lt;header&gt;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&lt;nav&gt;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...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&lt;/nav&gt;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&lt;/header&gt;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&lt;main&gt;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&lt;section&gt;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&lt;h1&gt;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Título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&lt;/h1&gt;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&lt;p&gt;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Contenido...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&lt;/p&gt;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&lt;/section&gt;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&lt;/main&gt;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&lt;footer&gt;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...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&lt;/footer&gt;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792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5929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14413"/>
            <a:ext cx="8286750" cy="7144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CSS: EXPERIENCIA VISUAL ATRACTIVA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85888"/>
            <a:ext cx="8286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385888"/>
            <a:ext cx="28575" cy="51435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385888"/>
            <a:ext cx="8286750" cy="51435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CSS (Cascading Style Sheets) es el encargado de dar vida a la estructura de HTML, permitiendo diseños sofisticados y adaptables a cualquier dispositivo.</a:t>
            </a:r>
            <a:endParaRPr lang="en-US" sz="1269" dirty="0"/>
          </a:p>
        </p:txBody>
      </p:sp>
      <p:sp>
        <p:nvSpPr>
          <p:cNvPr id="9" name="Shape 6"/>
          <p:cNvSpPr/>
          <p:nvPr/>
        </p:nvSpPr>
        <p:spPr>
          <a:xfrm>
            <a:off x="428625" y="2243138"/>
            <a:ext cx="4057650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7225" y="2471738"/>
            <a:ext cx="36004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ADAPTABILIDAD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657225" y="2650331"/>
            <a:ext cx="3600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RESPONSIVO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57225" y="2943225"/>
            <a:ext cx="36004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Uso de Media Queries para adaptar la web de forma fluida a móviles, tablets y escritorios con una sola base de código.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4657725" y="2243138"/>
            <a:ext cx="4057650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86325" y="2471738"/>
            <a:ext cx="36004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886325" y="2650331"/>
            <a:ext cx="3600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LAYOUTS MODERNOS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886325" y="2943225"/>
            <a:ext cx="36004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Flexbox para alineación unidimensional y CSS Grid para estructuras bidimensionales complejas y precisas.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428625" y="3843338"/>
            <a:ext cx="4057650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7225" y="4071938"/>
            <a:ext cx="36004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657225" y="4250531"/>
            <a:ext cx="3600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Y TEMAS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657225" y="4543425"/>
            <a:ext cx="36004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Facilidad para implementar modos oscuros y sistemas de diseño consistentes mediante el uso de variables nativas.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4657725" y="3843338"/>
            <a:ext cx="4057650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86325" y="4071938"/>
            <a:ext cx="36004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ESTÉTICA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4886325" y="4250531"/>
            <a:ext cx="3600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EFECTOS VISUALES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4886325" y="4543425"/>
            <a:ext cx="36004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Degradados, sombras y filtros modernos que mejoran la estética visual sin sobrecargar el rendimiento de la página.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221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5929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14413"/>
            <a:ext cx="8286750" cy="7144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JAVASCRIPT: APLICACIONES DINÁMICAS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85888"/>
            <a:ext cx="8286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385888"/>
            <a:ext cx="28575" cy="514350"/>
          </a:xfrm>
          <a:prstGeom prst="rect">
            <a:avLst/>
          </a:prstGeom>
          <a:solidFill>
            <a:srgbClr val="6610F2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385888"/>
            <a:ext cx="8286750" cy="51435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JavaScript es el lenguaje de programación que permite la interactividad en tiempo real. Es el único lenguaje que se ejecuta de forma nativa en todos los navegadores web.</a:t>
            </a:r>
            <a:endParaRPr lang="en-US" sz="1269" dirty="0"/>
          </a:p>
        </p:txBody>
      </p:sp>
      <p:sp>
        <p:nvSpPr>
          <p:cNvPr id="9" name="Shape 6"/>
          <p:cNvSpPr/>
          <p:nvPr/>
        </p:nvSpPr>
        <p:spPr>
          <a:xfrm>
            <a:off x="428625" y="2243138"/>
            <a:ext cx="4029075" cy="785813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0075" y="2414588"/>
            <a:ext cx="36861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MANIPULACIÓN DEL DOM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0075" y="2644973"/>
            <a:ext cx="36861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 de leer y modificar el HTML y CSS dinámicamente para actualizar la interfaz sin recargar.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28625" y="3171825"/>
            <a:ext cx="4029075" cy="785813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0075" y="3343275"/>
            <a:ext cx="36861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COMUNICACIÓN ASÍNCRONA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0075" y="3573661"/>
            <a:ext cx="36861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Uso de Fetch API para cargar datos de servidores en segundo plano y mantener la fluidez.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28625" y="4100513"/>
            <a:ext cx="4029075" cy="785813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0075" y="4271963"/>
            <a:ext cx="36861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EVENTOS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0075" y="4502348"/>
            <a:ext cx="36861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Respuesta inmediata a clics, gestos táctiles, desplazamientos y entradas de usuario.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28625" y="5029200"/>
            <a:ext cx="4029075" cy="785813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0075" y="5200650"/>
            <a:ext cx="36861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 DE NEGOCIO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00075" y="5431036"/>
            <a:ext cx="36861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Procesamiento de datos, validaciones y cálculos complejos directamente en el navegador del cliente.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4686300" y="2243138"/>
            <a:ext cx="4029075" cy="3571875"/>
          </a:xfrm>
          <a:prstGeom prst="rect">
            <a:avLst/>
          </a:prstGeom>
          <a:solidFill>
            <a:srgbClr val="212529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86300" y="2243138"/>
            <a:ext cx="4029075" cy="3571875"/>
          </a:xfrm>
          <a:prstGeom prst="rect">
            <a:avLst/>
          </a:prstGeom>
          <a:noFill/>
          <a:ln/>
        </p:spPr>
        <p:txBody>
          <a:bodyPr wrap="square" lIns="272161" tIns="340233" rIns="272161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i="1" dirty="0">
                <a:solidFill>
                  <a:srgbClr val="ADB5B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Ejemplo de interactividad moderna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app = document.getElementById(</a:t>
            </a:r>
            <a:r>
              <a:rPr lang="en-US" sz="942" dirty="0">
                <a:solidFill>
                  <a:srgbClr val="6610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'app'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async function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loadData() {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response = 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await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fetch(</a:t>
            </a:r>
            <a:r>
              <a:rPr lang="en-US" sz="942" dirty="0">
                <a:solidFill>
                  <a:srgbClr val="6610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'/api'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data = </a:t>
            </a:r>
            <a:r>
              <a:rPr lang="en-US" sz="942" dirty="0">
                <a:solidFill>
                  <a:srgbClr val="0D6EF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await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response.json();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app.innerHTML = </a:t>
            </a:r>
            <a:r>
              <a:rPr lang="en-US" sz="942" dirty="0">
                <a:solidFill>
                  <a:srgbClr val="6610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`&lt;h2&gt;${data.title}&lt;/h2&gt;`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;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42" dirty="0">
                <a:solidFill>
                  <a:srgbClr val="F8F9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loadData();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090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30486"/>
            <a:ext cx="8286750" cy="7144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FRAMEWORKS PROFESIONALES FRONTEND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32309"/>
            <a:ext cx="8286750" cy="53220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332309"/>
            <a:ext cx="28575" cy="532209"/>
          </a:xfrm>
          <a:prstGeom prst="rect">
            <a:avLst/>
          </a:prstGeom>
          <a:solidFill>
            <a:srgbClr val="6610F2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332309"/>
            <a:ext cx="8286750" cy="53220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optimizar el desarrollo de aplicaciones complejas, se utilizan frameworks y librerías que estandarizan el flujo de trabajo y mejoran la eficiencia.</a:t>
            </a:r>
            <a:endParaRPr lang="en-US" sz="1269" dirty="0"/>
          </a:p>
        </p:txBody>
      </p:sp>
      <p:sp>
        <p:nvSpPr>
          <p:cNvPr id="9" name="Shape 6"/>
          <p:cNvSpPr/>
          <p:nvPr/>
        </p:nvSpPr>
        <p:spPr>
          <a:xfrm>
            <a:off x="428625" y="2164556"/>
            <a:ext cx="2647931" cy="2160984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7225" y="2393156"/>
            <a:ext cx="219073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657225" y="2693194"/>
            <a:ext cx="21907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(FACEBOOK)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57225" y="2928938"/>
            <a:ext cx="219073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Popular por su arquitectura basada en componentes y su alto rendimiento mediante el uso de un DOM virtual para actualizaciones eficientes.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3248006" y="2164556"/>
            <a:ext cx="2647959" cy="2160984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6606" y="2393156"/>
            <a:ext cx="219075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VUE.JS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3476606" y="2693194"/>
            <a:ext cx="21907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EVAN YOU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3476606" y="2928938"/>
            <a:ext cx="219075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Apreciado por su facilidad de integración y su curva de aprendizaje progresiva, ofreciendo un sistema de reactividad potente y transparente.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6067416" y="2164556"/>
            <a:ext cx="2647931" cy="2160984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96016" y="2393156"/>
            <a:ext cx="219073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6296016" y="2693194"/>
            <a:ext cx="21907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6296016" y="2928938"/>
            <a:ext cx="2190731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framework completo y robusto diseñado para aplicaciones empresariales de gran escala, con herramientas integradas para todo el ciclo de vida.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428625" y="4554141"/>
            <a:ext cx="828675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8625" y="4554141"/>
            <a:ext cx="8286750" cy="571500"/>
          </a:xfrm>
          <a:prstGeom prst="rect">
            <a:avLst/>
          </a:prstGeom>
          <a:noFill/>
          <a:ln/>
        </p:spPr>
        <p:txBody>
          <a:bodyPr wrap="square" lIns="204089" tIns="170053" rIns="204089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Estas herramientas permiten crear interfaces reutilizables, escalables y fáciles de mantener en entornos profesionales.</a:t>
            </a:r>
            <a:endParaRPr lang="en-US" sz="8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792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5929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14413"/>
            <a:ext cx="8286750" cy="7144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HERRAMIENTAS DEL FLUJO DE TRABAJO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85888"/>
            <a:ext cx="8286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385888"/>
            <a:ext cx="28575" cy="51435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385888"/>
            <a:ext cx="8286750" cy="51435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desarrollo frontend profesional requiere un entorno de trabajo optimizado que facilite la escritura, depuración y despliegue del código moderno.</a:t>
            </a:r>
            <a:endParaRPr lang="en-US" sz="1269" dirty="0"/>
          </a:p>
        </p:txBody>
      </p:sp>
      <p:sp>
        <p:nvSpPr>
          <p:cNvPr id="9" name="Shape 6"/>
          <p:cNvSpPr/>
          <p:nvPr/>
        </p:nvSpPr>
        <p:spPr>
          <a:xfrm>
            <a:off x="428625" y="2243138"/>
            <a:ext cx="4057650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7225" y="2471738"/>
            <a:ext cx="36004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 DE CÓDIGO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657225" y="2650331"/>
            <a:ext cx="3600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57225" y="2943225"/>
            <a:ext cx="36004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editor líder con soporte nativo y extensiones potentes para HTML, CSS y JavaScript, optimizando la productividad.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4657725" y="2243138"/>
            <a:ext cx="4057650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86325" y="2471738"/>
            <a:ext cx="36004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DEPURACIÓN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886325" y="2650331"/>
            <a:ext cx="3600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DEVTOOLS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886325" y="2943225"/>
            <a:ext cx="36004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Herramientas de inspección integradas en el navegador para depurar estilos, scripts y rendimiento en tiempo real.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428625" y="3843338"/>
            <a:ext cx="4057650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7225" y="4071938"/>
            <a:ext cx="36004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VERSIONES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657225" y="4250531"/>
            <a:ext cx="3600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/ GITHUB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657225" y="4543425"/>
            <a:ext cx="36004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 fundamental para gestionar cambios en el código, mantener el historial y facilitar el trabajo colaborativo.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4657725" y="3843338"/>
            <a:ext cx="4057650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86325" y="4071938"/>
            <a:ext cx="36004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AUTOMATIZACIÓN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4886325" y="4250531"/>
            <a:ext cx="3600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 / WEBPACK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4886325" y="4543425"/>
            <a:ext cx="36004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Herramientas de construcción que automatizan tareas, empaquetan recursos y optimizan el código para producción.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5929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14413"/>
            <a:ext cx="8286750" cy="7144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CAMINO HACIA EL DOMINIO DEL FRONTEND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85888"/>
            <a:ext cx="1943100" cy="2175272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0075" y="1614488"/>
            <a:ext cx="16002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 01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600075" y="1821656"/>
            <a:ext cx="16002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 SÓLIDOS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600075" y="2314575"/>
            <a:ext cx="160020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Antes de usar frameworks, es vital entender el lenguaje base (Vanilla JS/CSS) para tener un control total sobre el código.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2543175" y="1385888"/>
            <a:ext cx="1943100" cy="2175272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14625" y="1614488"/>
            <a:ext cx="16002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 02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2714625" y="1821656"/>
            <a:ext cx="16002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APRENDIZAJE CONTINUO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2714625" y="2314575"/>
            <a:ext cx="160020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web evoluciona cada día con nuevas especificaciones y mejores prácticas. Mantente curioso y actualizado.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4657725" y="1385888"/>
            <a:ext cx="1943100" cy="2175272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29175" y="1614488"/>
            <a:ext cx="16002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 03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829175" y="1821656"/>
            <a:ext cx="16002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PROYECTOS REALES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4829175" y="2314575"/>
            <a:ext cx="1600200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mejor forma de consolidar el conocimiento es construyendo soluciones reales que resuelvan problemas concretos.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6772275" y="1385888"/>
            <a:ext cx="1943100" cy="2175272"/>
          </a:xfrm>
          <a:prstGeom prst="rect">
            <a:avLst/>
          </a:prstGeom>
          <a:solidFill>
            <a:srgbClr val="FFFFFF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3725" y="1614488"/>
            <a:ext cx="16002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1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 04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6943725" y="1821656"/>
            <a:ext cx="16002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D6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ACCESIBILIDAD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6943725" y="2125266"/>
            <a:ext cx="160020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Recordar siempre que la web debe ser inclusiva y funcional para todos los usuarios, sin importar sus capacidades.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428625" y="3932634"/>
            <a:ext cx="8286750" cy="925116"/>
          </a:xfrm>
          <a:prstGeom prst="rect">
            <a:avLst/>
          </a:prstGeom>
          <a:solidFill>
            <a:srgbClr val="212529"/>
          </a:solidFill>
          <a:ln w="9144">
            <a:solidFill>
              <a:srgbClr val="21252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4375" y="4232672"/>
            <a:ext cx="771525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2" kern="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¡EMPIEZA A CONSTRUIR EL FUTURO DE LA WEB HOY MISMO!</a:t>
            </a:r>
            <a:endParaRPr lang="en-US" sz="180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2026-03-27T20:15:28Z</dcterms:created>
  <dcterms:modified xsi:type="dcterms:W3CDTF">2026-03-27T20:15:28Z</dcterms:modified>
</cp:coreProperties>
</file>